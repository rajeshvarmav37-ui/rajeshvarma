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5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3B69E-B07D-4E4C-96E7-27C795C27278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6C13F-10D5-4557-9FD8-5B14922313C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3B69E-B07D-4E4C-96E7-27C795C27278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6C13F-10D5-4557-9FD8-5B14922313C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3B69E-B07D-4E4C-96E7-27C795C27278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6C13F-10D5-4557-9FD8-5B14922313C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3B69E-B07D-4E4C-96E7-27C795C27278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6C13F-10D5-4557-9FD8-5B14922313C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3B69E-B07D-4E4C-96E7-27C795C27278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6C13F-10D5-4557-9FD8-5B14922313C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3B69E-B07D-4E4C-96E7-27C795C27278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6C13F-10D5-4557-9FD8-5B14922313C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3B69E-B07D-4E4C-96E7-27C795C27278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6C13F-10D5-4557-9FD8-5B14922313C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3B69E-B07D-4E4C-96E7-27C795C27278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6C13F-10D5-4557-9FD8-5B14922313C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3B69E-B07D-4E4C-96E7-27C795C27278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6C13F-10D5-4557-9FD8-5B14922313C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3B69E-B07D-4E4C-96E7-27C795C27278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6C13F-10D5-4557-9FD8-5B14922313C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3B69E-B07D-4E4C-96E7-27C795C27278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6C13F-10D5-4557-9FD8-5B14922313C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73B69E-B07D-4E4C-96E7-27C795C27278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B6C13F-10D5-4557-9FD8-5B14922313C3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ComicCraft</a:t>
            </a:r>
            <a:r>
              <a:rPr lang="en-US" dirty="0"/>
              <a:t> - AI Comic Story Creator using  Gemini Models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pPr algn="l"/>
            <a:r>
              <a:rPr lang="en-US" dirty="0" err="1">
                <a:solidFill>
                  <a:schemeClr val="tx1"/>
                </a:solidFill>
              </a:rPr>
              <a:t>Samraj</a:t>
            </a:r>
            <a:r>
              <a:rPr lang="en-US" dirty="0">
                <a:solidFill>
                  <a:schemeClr val="tx1"/>
                </a:solidFill>
              </a:rPr>
              <a:t> R K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</a:p>
          <a:p>
            <a:pPr algn="l"/>
            <a:r>
              <a:rPr lang="en-US" dirty="0" err="1" smtClean="0">
                <a:solidFill>
                  <a:schemeClr val="tx1"/>
                </a:solidFill>
              </a:rPr>
              <a:t>Samsanpaul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J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</a:p>
          <a:p>
            <a:pPr algn="l"/>
            <a:r>
              <a:rPr lang="en-US" dirty="0" err="1" smtClean="0">
                <a:solidFill>
                  <a:schemeClr val="tx1"/>
                </a:solidFill>
              </a:rPr>
              <a:t>Pranesh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Iyyappan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</a:p>
          <a:p>
            <a:pPr algn="l"/>
            <a:r>
              <a:rPr lang="en-US" dirty="0" err="1" smtClean="0">
                <a:solidFill>
                  <a:schemeClr val="tx1"/>
                </a:solidFill>
              </a:rPr>
              <a:t>Ranjith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S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</a:p>
          <a:p>
            <a:pPr algn="l"/>
            <a:r>
              <a:rPr lang="en-US" dirty="0" err="1" smtClean="0">
                <a:solidFill>
                  <a:schemeClr val="tx1"/>
                </a:solidFill>
              </a:rPr>
              <a:t>Rajeshvarma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R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304800"/>
            <a:ext cx="6629400" cy="61087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dirty="0" err="1" smtClean="0"/>
              <a:t>ComicCraft</a:t>
            </a:r>
            <a:r>
              <a:rPr lang="en-US" dirty="0" smtClean="0"/>
              <a:t> – AI Comic Story Creator using Gemini Models</a:t>
            </a:r>
          </a:p>
          <a:p>
            <a:pPr>
              <a:lnSpc>
                <a:spcPct val="200000"/>
              </a:lnSpc>
            </a:pPr>
            <a:r>
              <a:rPr lang="en-US" dirty="0" smtClean="0"/>
              <a:t>An AI-powered platform for turning ideas </a:t>
            </a:r>
            <a:r>
              <a:rPr lang="en-US" dirty="0" err="1" smtClean="0"/>
              <a:t>intoillustrated</a:t>
            </a:r>
            <a:r>
              <a:rPr lang="en-US" dirty="0" smtClean="0"/>
              <a:t> comic stories</a:t>
            </a:r>
          </a:p>
          <a:p>
            <a:pPr>
              <a:lnSpc>
                <a:spcPct val="200000"/>
              </a:lnSpc>
            </a:pPr>
            <a:r>
              <a:rPr lang="en-US" dirty="0" smtClean="0"/>
              <a:t>Project Overview </a:t>
            </a:r>
          </a:p>
          <a:p>
            <a:pPr>
              <a:lnSpc>
                <a:spcPct val="200000"/>
              </a:lnSpc>
            </a:pPr>
            <a:r>
              <a:rPr lang="en-US" dirty="0" smtClean="0"/>
              <a:t>•</a:t>
            </a:r>
            <a:r>
              <a:rPr lang="en-US" dirty="0" err="1" smtClean="0"/>
              <a:t>ComicCraft</a:t>
            </a:r>
            <a:r>
              <a:rPr lang="en-US" dirty="0" smtClean="0"/>
              <a:t> helps users create comic stories from a simple story idea or prompt.</a:t>
            </a:r>
          </a:p>
          <a:p>
            <a:pPr>
              <a:lnSpc>
                <a:spcPct val="200000"/>
              </a:lnSpc>
            </a:pPr>
            <a:r>
              <a:rPr lang="en-US" dirty="0" smtClean="0"/>
              <a:t> •Gemini models can support story generation, multimodal understanding and visual creation.</a:t>
            </a:r>
          </a:p>
          <a:p>
            <a:pPr>
              <a:lnSpc>
                <a:spcPct val="200000"/>
              </a:lnSpc>
            </a:pPr>
            <a:r>
              <a:rPr lang="en-US" dirty="0" err="1" smtClean="0"/>
              <a:t>MainGoal</a:t>
            </a:r>
            <a:r>
              <a:rPr lang="en-US" dirty="0" smtClean="0"/>
              <a:t> </a:t>
            </a:r>
          </a:p>
          <a:p>
            <a:pPr>
              <a:lnSpc>
                <a:spcPct val="200000"/>
              </a:lnSpc>
            </a:pPr>
            <a:r>
              <a:rPr lang="en-US" dirty="0" smtClean="0"/>
              <a:t>•Make comic creation faster and easier for students, creators and beginners.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0"/>
            <a:ext cx="6629400" cy="66627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dirty="0" err="1" smtClean="0"/>
              <a:t>ProblemStatement</a:t>
            </a:r>
            <a:endParaRPr lang="en-US" dirty="0" smtClean="0"/>
          </a:p>
          <a:p>
            <a:pPr>
              <a:lnSpc>
                <a:spcPct val="200000"/>
              </a:lnSpc>
            </a:pPr>
            <a:r>
              <a:rPr lang="en-US" dirty="0" smtClean="0"/>
              <a:t>Traditional comic creation can require multiple creative and technical skills</a:t>
            </a:r>
          </a:p>
          <a:p>
            <a:pPr>
              <a:lnSpc>
                <a:spcPct val="200000"/>
              </a:lnSpc>
            </a:pPr>
            <a:r>
              <a:rPr lang="en-US" dirty="0" smtClean="0"/>
              <a:t>Challenges </a:t>
            </a:r>
          </a:p>
          <a:p>
            <a:pPr>
              <a:lnSpc>
                <a:spcPct val="200000"/>
              </a:lnSpc>
            </a:pPr>
            <a:r>
              <a:rPr lang="en-US" dirty="0" smtClean="0"/>
              <a:t>•Writing a complete story, dialogue and scene descriptions takes time. </a:t>
            </a:r>
          </a:p>
          <a:p>
            <a:pPr>
              <a:lnSpc>
                <a:spcPct val="200000"/>
              </a:lnSpc>
            </a:pPr>
            <a:r>
              <a:rPr lang="en-US" dirty="0" smtClean="0"/>
              <a:t>•Creating consistent characters and scenes manually can be difficult. •Users may need separate tools for writing, artwork and comic layout.</a:t>
            </a:r>
          </a:p>
          <a:p>
            <a:pPr>
              <a:lnSpc>
                <a:spcPct val="200000"/>
              </a:lnSpc>
            </a:pPr>
            <a:r>
              <a:rPr lang="en-US" dirty="0" smtClean="0"/>
              <a:t>Need </a:t>
            </a:r>
          </a:p>
          <a:p>
            <a:pPr>
              <a:lnSpc>
                <a:spcPct val="200000"/>
              </a:lnSpc>
            </a:pPr>
            <a:r>
              <a:rPr lang="en-US" dirty="0" smtClean="0"/>
              <a:t>•</a:t>
            </a:r>
            <a:r>
              <a:rPr lang="en-US" dirty="0" err="1" smtClean="0"/>
              <a:t>Asingle</a:t>
            </a:r>
            <a:r>
              <a:rPr lang="en-US" dirty="0" smtClean="0"/>
              <a:t> AI-assisted </a:t>
            </a:r>
            <a:r>
              <a:rPr lang="en-US" dirty="0" err="1" smtClean="0"/>
              <a:t>workflowthat</a:t>
            </a:r>
            <a:r>
              <a:rPr lang="en-US" dirty="0" smtClean="0"/>
              <a:t> connects story ideas with visual comic panels.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228600"/>
            <a:ext cx="6553200" cy="54508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err="1" smtClean="0"/>
              <a:t>ProposedSolution</a:t>
            </a: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dirty="0" err="1" smtClean="0"/>
              <a:t>ComicCraft</a:t>
            </a:r>
            <a:r>
              <a:rPr lang="en-US" dirty="0" smtClean="0"/>
              <a:t> combines AI story planning with comic-oriented visual generation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Story Generation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 •Gemini generates the plot, characters, scenes and dialogue from the user's idea.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Visual Creation 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•Gemini image-generation capabilities can create comic artwork from scene descriptions. 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• Gemini's image models support text-to-image and image-based creative </a:t>
            </a:r>
            <a:r>
              <a:rPr lang="en-US" dirty="0" err="1" smtClean="0"/>
              <a:t>workﬂows</a:t>
            </a:r>
            <a:r>
              <a:rPr lang="en-US" dirty="0" smtClean="0"/>
              <a:t>. cite turn0search1 </a:t>
            </a:r>
            <a:r>
              <a:rPr lang="en-US" dirty="0" err="1" smtClean="0"/>
              <a:t>ComicAssembly</a:t>
            </a: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dirty="0" smtClean="0"/>
              <a:t> •Generated scenes can be organized </a:t>
            </a:r>
            <a:r>
              <a:rPr lang="en-US" dirty="0" err="1" smtClean="0"/>
              <a:t>intopanels</a:t>
            </a:r>
            <a:r>
              <a:rPr lang="en-US" dirty="0" smtClean="0"/>
              <a:t> with captions and speech bubbles.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04801"/>
            <a:ext cx="6400800" cy="66627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dirty="0" smtClean="0"/>
              <a:t>Key Features</a:t>
            </a:r>
          </a:p>
          <a:p>
            <a:pPr>
              <a:lnSpc>
                <a:spcPct val="200000"/>
              </a:lnSpc>
            </a:pPr>
            <a:r>
              <a:rPr lang="en-US" dirty="0" smtClean="0"/>
              <a:t>Core features of the </a:t>
            </a:r>
            <a:r>
              <a:rPr lang="en-US" dirty="0" err="1" smtClean="0"/>
              <a:t>ComicCraft</a:t>
            </a:r>
            <a:r>
              <a:rPr lang="en-US" dirty="0" smtClean="0"/>
              <a:t> system</a:t>
            </a:r>
          </a:p>
          <a:p>
            <a:pPr>
              <a:lnSpc>
                <a:spcPct val="200000"/>
              </a:lnSpc>
            </a:pPr>
            <a:r>
              <a:rPr lang="en-US" dirty="0" smtClean="0"/>
              <a:t>AI Story Generator</a:t>
            </a:r>
          </a:p>
          <a:p>
            <a:pPr>
              <a:lnSpc>
                <a:spcPct val="200000"/>
              </a:lnSpc>
            </a:pPr>
            <a:r>
              <a:rPr lang="en-US" dirty="0" smtClean="0"/>
              <a:t> •Creates plots, character profiles, scenes and dialogue.</a:t>
            </a:r>
          </a:p>
          <a:p>
            <a:pPr>
              <a:lnSpc>
                <a:spcPct val="200000"/>
              </a:lnSpc>
            </a:pPr>
            <a:r>
              <a:rPr lang="en-US" dirty="0" smtClean="0"/>
              <a:t>Character Creation </a:t>
            </a:r>
          </a:p>
          <a:p>
            <a:pPr>
              <a:lnSpc>
                <a:spcPct val="200000"/>
              </a:lnSpc>
            </a:pPr>
            <a:r>
              <a:rPr lang="en-US" dirty="0" smtClean="0"/>
              <a:t>•Generates character descriptions and visual references for consistent storytelling.</a:t>
            </a:r>
          </a:p>
          <a:p>
            <a:pPr>
              <a:lnSpc>
                <a:spcPct val="200000"/>
              </a:lnSpc>
            </a:pPr>
            <a:r>
              <a:rPr lang="en-US" dirty="0" smtClean="0"/>
              <a:t>Panel Generation </a:t>
            </a:r>
          </a:p>
          <a:p>
            <a:pPr>
              <a:lnSpc>
                <a:spcPct val="200000"/>
              </a:lnSpc>
            </a:pPr>
            <a:r>
              <a:rPr lang="en-US" dirty="0" smtClean="0"/>
              <a:t>•Converts scenes </a:t>
            </a:r>
            <a:r>
              <a:rPr lang="en-US" dirty="0" err="1" smtClean="0"/>
              <a:t>intoindividual</a:t>
            </a:r>
            <a:r>
              <a:rPr lang="en-US" dirty="0" smtClean="0"/>
              <a:t> comic-panel prompts and images.</a:t>
            </a:r>
          </a:p>
          <a:p>
            <a:pPr>
              <a:lnSpc>
                <a:spcPct val="200000"/>
              </a:lnSpc>
            </a:pPr>
            <a:r>
              <a:rPr lang="en-US" dirty="0" smtClean="0"/>
              <a:t>Editing&amp; Customization </a:t>
            </a:r>
          </a:p>
          <a:p>
            <a:pPr>
              <a:lnSpc>
                <a:spcPct val="200000"/>
              </a:lnSpc>
            </a:pPr>
            <a:r>
              <a:rPr lang="en-US" dirty="0" smtClean="0"/>
              <a:t>•Allows users </a:t>
            </a:r>
            <a:r>
              <a:rPr lang="en-US" dirty="0" err="1" smtClean="0"/>
              <a:t>torefine</a:t>
            </a:r>
            <a:r>
              <a:rPr lang="en-US" dirty="0" smtClean="0"/>
              <a:t> story text, visual style, dialogue and panel order.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228600"/>
            <a:ext cx="6553200" cy="61087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dirty="0" err="1" smtClean="0"/>
              <a:t>SystemWorkflow</a:t>
            </a:r>
            <a:endParaRPr lang="en-US" dirty="0" smtClean="0"/>
          </a:p>
          <a:p>
            <a:pPr>
              <a:lnSpc>
                <a:spcPct val="200000"/>
              </a:lnSpc>
            </a:pPr>
            <a:r>
              <a:rPr lang="en-US" dirty="0" err="1" smtClean="0"/>
              <a:t>Froma</a:t>
            </a:r>
            <a:r>
              <a:rPr lang="en-US" dirty="0" smtClean="0"/>
              <a:t> simple idea </a:t>
            </a:r>
            <a:r>
              <a:rPr lang="en-US" dirty="0" err="1" smtClean="0"/>
              <a:t>toa</a:t>
            </a:r>
            <a:r>
              <a:rPr lang="en-US" dirty="0" smtClean="0"/>
              <a:t> complete comic</a:t>
            </a:r>
          </a:p>
          <a:p>
            <a:pPr>
              <a:lnSpc>
                <a:spcPct val="200000"/>
              </a:lnSpc>
            </a:pPr>
            <a:r>
              <a:rPr lang="en-US" dirty="0" smtClean="0"/>
              <a:t>Step1 – User Input </a:t>
            </a:r>
          </a:p>
          <a:p>
            <a:pPr>
              <a:lnSpc>
                <a:spcPct val="200000"/>
              </a:lnSpc>
            </a:pPr>
            <a:r>
              <a:rPr lang="en-US" dirty="0" smtClean="0"/>
              <a:t>•User enters a theme, story idea, characters or genre.</a:t>
            </a:r>
          </a:p>
          <a:p>
            <a:pPr>
              <a:lnSpc>
                <a:spcPct val="200000"/>
              </a:lnSpc>
            </a:pPr>
            <a:r>
              <a:rPr lang="en-US" dirty="0" smtClean="0"/>
              <a:t>Step2 – Story Planning</a:t>
            </a:r>
          </a:p>
          <a:p>
            <a:pPr>
              <a:lnSpc>
                <a:spcPct val="200000"/>
              </a:lnSpc>
            </a:pPr>
            <a:r>
              <a:rPr lang="en-US" dirty="0" smtClean="0"/>
              <a:t> •Gemini creates the storyline, scenes, characters and dialogue.</a:t>
            </a:r>
          </a:p>
          <a:p>
            <a:pPr>
              <a:lnSpc>
                <a:spcPct val="200000"/>
              </a:lnSpc>
            </a:pPr>
            <a:r>
              <a:rPr lang="en-US" dirty="0" smtClean="0"/>
              <a:t>Step 3 – Visual Generation</a:t>
            </a:r>
          </a:p>
          <a:p>
            <a:pPr>
              <a:lnSpc>
                <a:spcPct val="200000"/>
              </a:lnSpc>
            </a:pPr>
            <a:r>
              <a:rPr lang="en-US" dirty="0" smtClean="0"/>
              <a:t> •Scene descriptions are converted </a:t>
            </a:r>
            <a:r>
              <a:rPr lang="en-US" dirty="0" err="1" smtClean="0"/>
              <a:t>intoimage</a:t>
            </a:r>
            <a:r>
              <a:rPr lang="en-US" dirty="0" smtClean="0"/>
              <a:t> prompts and comic artwork.</a:t>
            </a:r>
          </a:p>
          <a:p>
            <a:pPr>
              <a:lnSpc>
                <a:spcPct val="200000"/>
              </a:lnSpc>
            </a:pPr>
            <a:r>
              <a:rPr lang="en-US" dirty="0" smtClean="0"/>
              <a:t>Step4 – </a:t>
            </a:r>
            <a:r>
              <a:rPr lang="en-US" dirty="0" err="1" smtClean="0"/>
              <a:t>ComicLayout</a:t>
            </a:r>
            <a:r>
              <a:rPr lang="en-US" dirty="0" smtClean="0"/>
              <a:t> </a:t>
            </a:r>
          </a:p>
          <a:p>
            <a:pPr>
              <a:lnSpc>
                <a:spcPct val="200000"/>
              </a:lnSpc>
            </a:pPr>
            <a:r>
              <a:rPr lang="en-US" dirty="0" smtClean="0"/>
              <a:t>•Panels, captions and dialogue are arranged </a:t>
            </a:r>
            <a:r>
              <a:rPr lang="en-US" dirty="0" err="1" smtClean="0"/>
              <a:t>intoa</a:t>
            </a:r>
            <a:r>
              <a:rPr lang="en-US" dirty="0" smtClean="0"/>
              <a:t> readable comic.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357</Words>
  <Application>Microsoft Office PowerPoint</Application>
  <PresentationFormat>On-screen Show (4:3)</PresentationFormat>
  <Paragraphs>48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ComicCraft - AI Comic Story Creator using  Gemini Models </vt:lpstr>
      <vt:lpstr>Slide 2</vt:lpstr>
      <vt:lpstr>Slide 3</vt:lpstr>
      <vt:lpstr>Slide 4</vt:lpstr>
      <vt:lpstr>Slide 5</vt:lpstr>
      <vt:lpstr>Slide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ComicCraft - AI Comic Story Creator using  Gemini Models </dc:title>
  <dc:creator>Student</dc:creator>
  <cp:lastModifiedBy>Student</cp:lastModifiedBy>
  <cp:revision>3</cp:revision>
  <dcterms:created xsi:type="dcterms:W3CDTF">2026-09-30T08:37:50Z</dcterms:created>
  <dcterms:modified xsi:type="dcterms:W3CDTF">2026-09-30T08:45:51Z</dcterms:modified>
</cp:coreProperties>
</file>